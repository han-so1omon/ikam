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F3A"/>
                </a:solidFill>
                <a:latin typeface="Georgia"/>
              </a:defRPr>
            </a:pPr>
            <a:r>
              <a:t>Northlake Advisory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Deliverable deck v3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Ops diagnostics + finance reporting definition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90-day transformation sprints (practical implementation)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Retainers for ongoing advisory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Selected engagement (sanitized)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Client: Evergreen Transport / Evergreen Logistics LLC (codename PINECONE)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Status: recognized in finance close (Q3 2025)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Core work: KPI reconciliation + cadence + cost-to-serve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Handbook says two-week sprints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Reality: cadence varies; we document decisions and assumptions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Deliverables: models + definitions +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Identify 1–2 pilot clients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Agree KPI definitions up front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Set a weekly decision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