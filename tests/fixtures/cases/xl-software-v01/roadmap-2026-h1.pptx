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220"/>
                </a:solidFill>
                <a:latin typeface="Georgia"/>
              </a:defRPr>
            </a:pPr>
            <a:r>
              <a:t>Roadmap — H1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Meridian SignalWorks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Stabilize ingestion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Queue backlog SLO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Atlas Metrics rollout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Q2 (public)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Orchid ships (public) — risk: internal slip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Definition registry 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