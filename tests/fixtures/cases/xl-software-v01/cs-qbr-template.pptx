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9144000" cy="54864"/>
          </a:xfrm>
          <a:prstGeom prst="rect">
            <a:avLst/>
          </a:prstGeom>
          <a:solidFill>
            <a:srgbClr val="21B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B1220"/>
                </a:solidFill>
                <a:latin typeface="Georgia"/>
              </a:defRPr>
            </a:pPr>
            <a:r>
              <a:t>QBR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B1220"/>
                </a:solidFill>
                <a:latin typeface="Arial"/>
              </a:defRPr>
            </a:pPr>
            <a:r>
              <a:t>Customer Success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9144000" cy="54864"/>
          </a:xfrm>
          <a:prstGeom prst="rect">
            <a:avLst/>
          </a:prstGeom>
          <a:solidFill>
            <a:srgbClr val="21B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1220"/>
                </a:solidFill>
                <a:latin typeface="Georgia"/>
              </a:defRPr>
            </a:pPr>
            <a:r>
              <a:t>Health +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B1220"/>
                </a:solidFill>
                <a:latin typeface="Arial"/>
              </a:defRPr>
            </a:pPr>
            <a:r>
              <a:t>SLOs</a:t>
            </a:r>
          </a:p>
          <a:p>
            <a:pPr>
              <a:defRPr sz="2000">
                <a:solidFill>
                  <a:srgbClr val="0B1220"/>
                </a:solidFill>
                <a:latin typeface="Arial"/>
              </a:defRPr>
            </a:pPr>
            <a:r>
              <a:t>Adoption</a:t>
            </a:r>
          </a:p>
          <a:p>
            <a:pPr>
              <a:defRPr sz="2000">
                <a:solidFill>
                  <a:srgbClr val="0B1220"/>
                </a:solidFill>
                <a:latin typeface="Arial"/>
              </a:defRPr>
            </a:pPr>
            <a:r>
              <a:t>Risks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9144000" cy="54864"/>
          </a:xfrm>
          <a:prstGeom prst="rect">
            <a:avLst/>
          </a:prstGeom>
          <a:solidFill>
            <a:srgbClr val="21B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1220"/>
                </a:solidFill>
                <a:latin typeface="Georgia"/>
              </a:defRPr>
            </a:pPr>
            <a: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B1220"/>
                </a:solidFill>
                <a:latin typeface="Arial"/>
              </a:defRPr>
            </a:pPr>
            <a:r>
              <a:t>Customer asks</a:t>
            </a:r>
          </a:p>
          <a:p>
            <a:pPr>
              <a:defRPr sz="2000">
                <a:solidFill>
                  <a:srgbClr val="0B1220"/>
                </a:solidFill>
                <a:latin typeface="Arial"/>
              </a:defRPr>
            </a:pPr>
            <a:r>
              <a:t>Product commitments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