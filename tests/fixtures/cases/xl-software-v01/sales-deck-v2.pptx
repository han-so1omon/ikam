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220"/>
                </a:solidFill>
                <a:latin typeface="Georgia"/>
              </a:defRPr>
            </a:pPr>
            <a:r>
              <a:t>Meridian SignalWorks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Operational signal parsing + workflow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Ingest signals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Normalize entities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Trigger workflows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Explain definitions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Atlas Metrics dashboard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QueueGuard reliability work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Orchid reconciliation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1B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220"/>
                </a:solidFill>
                <a:latin typeface="Georgia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Access control policy exists</a:t>
            </a:r>
          </a:p>
          <a:p>
            <a:pPr>
              <a:defRPr sz="2000">
                <a:solidFill>
                  <a:srgbClr val="0B1220"/>
                </a:solidFill>
                <a:latin typeface="Arial"/>
              </a:defRPr>
            </a:pPr>
            <a:r>
              <a:t>Runbook drift acknowledged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