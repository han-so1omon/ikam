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Georgia"/>
              </a:defRPr>
            </a:pPr>
            <a:r>
              <a:t>IRONCLAD Turnaround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v4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Updated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Expanded scope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Success fee narrative diverges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9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937"/>
                </a:solidFill>
                <a:latin typeface="Georgia"/>
              </a:defRPr>
            </a:pPr>
            <a:r>
              <a:t>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Owner list</a:t>
            </a:r>
          </a:p>
          <a:p>
            <a:pPr>
              <a:defRPr sz="2000">
                <a:solidFill>
                  <a:srgbClr val="1F2937"/>
                </a:solidFill>
                <a:latin typeface="Arial"/>
              </a:defRPr>
            </a:pPr>
            <a:r>
              <a:t>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