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Georgia"/>
              </a:defRPr>
            </a:pPr>
            <a:r>
              <a:t>IRONCLAD Turnaround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2937"/>
                </a:solidFill>
                <a:latin typeface="Georgia"/>
              </a:defRPr>
            </a:pPr>
            <a: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Cash pressure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Expedite freight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2937"/>
                </a:solidFill>
                <a:latin typeface="Georgia"/>
              </a:defRPr>
            </a:pPr>
            <a: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13-week cash forecast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Cost 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