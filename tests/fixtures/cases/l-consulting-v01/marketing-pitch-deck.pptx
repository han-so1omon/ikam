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Georgia"/>
              </a:defRPr>
            </a:pPr>
            <a:r>
              <a:t>Greybridge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Turnaround + ops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7"/>
                </a:solidFill>
                <a:latin typeface="Georgia"/>
              </a:defRPr>
            </a:pPr>
            <a: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Stabilize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Fix cost structure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Build cadence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7"/>
                </a:solidFill>
                <a:latin typeface="Georgia"/>
              </a:defRPr>
            </a:pPr>
            <a:r>
              <a:t>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IRONCLAD (case)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Benefits tracker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Turnaround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