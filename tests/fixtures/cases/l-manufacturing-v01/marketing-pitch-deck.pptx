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F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F3A44"/>
                </a:solidFill>
                <a:latin typeface="Georgia"/>
              </a:defRPr>
            </a:pPr>
            <a:r>
              <a:t>Cascadia Fasteners &amp; Forming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F3A44"/>
                </a:solidFill>
                <a:latin typeface="Arial"/>
              </a:defRPr>
            </a:pPr>
            <a:r>
              <a:t>Regional manufacturing • standard + custom components • short lead times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F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F3A44"/>
                </a:solidFill>
                <a:latin typeface="Georgia"/>
              </a:defRPr>
            </a:pPr>
            <a:r>
              <a:t>What we make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F3A44"/>
                </a:solidFill>
                <a:latin typeface="Arial"/>
              </a:defRPr>
            </a:pPr>
            <a:r>
              <a:t>Standard fasteners + formed parts</a:t>
            </a:r>
          </a:p>
          <a:p>
            <a:pPr>
              <a:defRPr sz="2000">
                <a:solidFill>
                  <a:srgbClr val="2F3A44"/>
                </a:solidFill>
                <a:latin typeface="Arial"/>
              </a:defRPr>
            </a:pPr>
            <a:r>
              <a:t>Custom runs with repeat tooling</a:t>
            </a:r>
          </a:p>
          <a:p>
            <a:pPr>
              <a:defRPr sz="2000">
                <a:solidFill>
                  <a:srgbClr val="2F3A44"/>
                </a:solidFill>
                <a:latin typeface="Arial"/>
              </a:defRPr>
            </a:pPr>
            <a:r>
              <a:t>Kitting/packaging for distributors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F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F3A44"/>
                </a:solidFill>
                <a:latin typeface="Georgia"/>
              </a:defRPr>
            </a:pPr>
            <a:r>
              <a:t>Operations 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F3A44"/>
                </a:solidFill>
                <a:latin typeface="Arial"/>
              </a:defRPr>
            </a:pPr>
            <a:r>
              <a:t>Align OTD definitions (customer vs internal)</a:t>
            </a:r>
          </a:p>
          <a:p>
            <a:pPr>
              <a:defRPr sz="2000">
                <a:solidFill>
                  <a:srgbClr val="2F3A44"/>
                </a:solidFill>
                <a:latin typeface="Arial"/>
              </a:defRPr>
            </a:pPr>
            <a:r>
              <a:t>Reduce scrap + rework via press setup discipline</a:t>
            </a:r>
          </a:p>
          <a:p>
            <a:pPr>
              <a:defRPr sz="2000">
                <a:solidFill>
                  <a:srgbClr val="2F3A44"/>
                </a:solidFill>
                <a:latin typeface="Arial"/>
              </a:defRPr>
            </a:pPr>
            <a:r>
              <a:t>Improve inventory accuracy (ERP vs spreadsheets)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F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F3A44"/>
                </a:solidFill>
                <a:latin typeface="Georgia"/>
              </a:defRPr>
            </a:pPr>
            <a:r>
              <a:t>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F3A44"/>
                </a:solidFill>
                <a:latin typeface="Arial"/>
              </a:defRPr>
            </a:pPr>
            <a:r>
              <a:t>Tacoma plant; Press Line 4 added 2025</a:t>
            </a:r>
          </a:p>
          <a:p>
            <a:pPr>
              <a:defRPr sz="2000">
                <a:solidFill>
                  <a:srgbClr val="2F3A44"/>
                </a:solidFill>
                <a:latin typeface="Arial"/>
              </a:defRPr>
            </a:pPr>
            <a:r>
              <a:t>Kent 3PL for overflow + shipping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