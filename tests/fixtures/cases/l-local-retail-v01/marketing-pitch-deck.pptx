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7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C4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Juniper &amp; Juno Goods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