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 slide with key 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Analysis Q4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1234567.89</a:t>
            </a:r>
          </a:p>
          <a:p>
            <a:r>
              <a:t>Costs: 987654.32</a:t>
            </a:r>
          </a:p>
          <a:p>
            <a:r>
              <a:t>Profit Margin: 0.20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value: 3.14159265</a:t>
            </a:r>
          </a:p>
          <a:p>
            <a:r>
              <a:t>Timestamp: 2024-11-30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value: 2.71828183</a:t>
            </a:r>
          </a:p>
          <a:p>
            <a:r>
              <a:t>Timestamp: 2024-11-30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None</cp:lastModifiedBy>
  <cp:revision>1</cp:revision>
  <dcterms:created xsi:type="dcterms:W3CDTF">2024-01-01T00:00:00Z</dcterms:created>
  <dcterms:modified xsi:type="dcterms:W3CDTF">2024-01-01T00:00:00Z</dcterms:modified>
  <cp:category/>
</cp:coreProperties>
</file>